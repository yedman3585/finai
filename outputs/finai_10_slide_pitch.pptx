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cb105355bc44ba" /><Relationship Type="http://schemas.openxmlformats.org/officeDocument/2006/relationships/extended-properties" Target="/docProps/app.xml" Id="R684ee8a8931c4b7f" /><Relationship Type="http://schemas.openxmlformats.org/officeDocument/2006/relationships/officeDocument" Target="/ppt/presentation.xml" Id="R419f9f92ca72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30900ec514fee"/>
  </p:sldMasterIdLst>
  <p:notesMasterIdLst>
    <p:notesMasterId xmlns:r="http://schemas.openxmlformats.org/officeDocument/2006/relationships" r:id="R540a76a09d61472e"/>
  </p:notesMasterIdLst>
  <p:sldIdLst>
    <p:sldId xmlns:r="http://schemas.openxmlformats.org/officeDocument/2006/relationships" id="256" r:id="Red229f7ca4cf4242"/>
    <p:sldId xmlns:r="http://schemas.openxmlformats.org/officeDocument/2006/relationships" id="257" r:id="R8c0986e46dab4297"/>
    <p:sldId xmlns:r="http://schemas.openxmlformats.org/officeDocument/2006/relationships" id="258" r:id="R078930806c08440f"/>
    <p:sldId xmlns:r="http://schemas.openxmlformats.org/officeDocument/2006/relationships" id="259" r:id="R7b0af98d62184b42"/>
    <p:sldId xmlns:r="http://schemas.openxmlformats.org/officeDocument/2006/relationships" id="260" r:id="Re74962d26b534e67"/>
    <p:sldId xmlns:r="http://schemas.openxmlformats.org/officeDocument/2006/relationships" id="261" r:id="R22a2b947f9bb4cca"/>
    <p:sldId xmlns:r="http://schemas.openxmlformats.org/officeDocument/2006/relationships" id="262" r:id="Ree9d9cc1064b4dcd"/>
    <p:sldId xmlns:r="http://schemas.openxmlformats.org/officeDocument/2006/relationships" id="263" r:id="Ra2399856f2304451"/>
    <p:sldId xmlns:r="http://schemas.openxmlformats.org/officeDocument/2006/relationships" id="264" r:id="R5011b464a20443bb"/>
    <p:sldId xmlns:r="http://schemas.openxmlformats.org/officeDocument/2006/relationships" id="265" r:id="R7c42855811a243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df92d6225417f" /><Relationship Type="http://schemas.openxmlformats.org/officeDocument/2006/relationships/slideMaster" Target="/ppt/slideMasters/slideMaster1.xml" Id="R35c30900ec514fee" /><Relationship Type="http://schemas.openxmlformats.org/officeDocument/2006/relationships/notesMaster" Target="/ppt/notesMasters/notesMaster1.xml" Id="R540a76a09d61472e" /><Relationship Type="http://schemas.openxmlformats.org/officeDocument/2006/relationships/presProps" Target="/ppt/presProps.xml" Id="R9389a6bf5dad4174" /><Relationship Type="http://schemas.openxmlformats.org/officeDocument/2006/relationships/tableStyles" Target="/ppt/tableStyles.xml" Id="R2a3a53770b1f4bca" /><Relationship Type="http://schemas.openxmlformats.org/officeDocument/2006/relationships/slide" Target="/ppt/slides/slide1.xml" Id="Red229f7ca4cf4242" /><Relationship Type="http://schemas.openxmlformats.org/officeDocument/2006/relationships/slide" Target="/ppt/slides/slide2.xml" Id="R8c0986e46dab4297" /><Relationship Type="http://schemas.openxmlformats.org/officeDocument/2006/relationships/slide" Target="/ppt/slides/slide3.xml" Id="R078930806c08440f" /><Relationship Type="http://schemas.openxmlformats.org/officeDocument/2006/relationships/slide" Target="/ppt/slides/slide4.xml" Id="R7b0af98d62184b42" /><Relationship Type="http://schemas.openxmlformats.org/officeDocument/2006/relationships/slide" Target="/ppt/slides/slide5.xml" Id="Re74962d26b534e67" /><Relationship Type="http://schemas.openxmlformats.org/officeDocument/2006/relationships/slide" Target="/ppt/slides/slide6.xml" Id="R22a2b947f9bb4cca" /><Relationship Type="http://schemas.openxmlformats.org/officeDocument/2006/relationships/slide" Target="/ppt/slides/slide7.xml" Id="Ree9d9cc1064b4dcd" /><Relationship Type="http://schemas.openxmlformats.org/officeDocument/2006/relationships/slide" Target="/ppt/slides/slide8.xml" Id="Ra2399856f2304451" /><Relationship Type="http://schemas.openxmlformats.org/officeDocument/2006/relationships/slide" Target="/ppt/slides/slide9.xml" Id="R5011b464a20443bb" /><Relationship Type="http://schemas.openxmlformats.org/officeDocument/2006/relationships/slide" Target="/ppt/slides/slide10.xml" Id="R7c42855811a2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5b4f61cb0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f377930ed49db" /><Relationship Type="http://schemas.openxmlformats.org/officeDocument/2006/relationships/notesMaster" Target="/ppt/notesMasters/notesMaster1.xml" Id="R8c45d05a49e7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f7bb8e17442f4" /><Relationship Type="http://schemas.openxmlformats.org/officeDocument/2006/relationships/notesMaster" Target="/ppt/notesMasters/notesMaster1.xml" Id="R4d27ba71b34f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43021d538c4be2" /><Relationship Type="http://schemas.openxmlformats.org/officeDocument/2006/relationships/notesMaster" Target="/ppt/notesMasters/notesMaster1.xml" Id="Rded6288a1dae40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29bfb4061e4e71" /><Relationship Type="http://schemas.openxmlformats.org/officeDocument/2006/relationships/notesMaster" Target="/ppt/notesMasters/notesMaster1.xml" Id="R491426e680c341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ff057a52e4183" /><Relationship Type="http://schemas.openxmlformats.org/officeDocument/2006/relationships/notesMaster" Target="/ppt/notesMasters/notesMaster1.xml" Id="Rcecb1a917a0c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15ea6924a64efb" /><Relationship Type="http://schemas.openxmlformats.org/officeDocument/2006/relationships/notesMaster" Target="/ppt/notesMasters/notesMaster1.xml" Id="R32533a7c938d48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de1f10975a4e83" /><Relationship Type="http://schemas.openxmlformats.org/officeDocument/2006/relationships/notesMaster" Target="/ppt/notesMasters/notesMaster1.xml" Id="Rbccda3f5e7934f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02c6467c64774" /><Relationship Type="http://schemas.openxmlformats.org/officeDocument/2006/relationships/notesMaster" Target="/ppt/notesMasters/notesMaster1.xml" Id="R911b2653bac848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4030b345ed42c3" /><Relationship Type="http://schemas.openxmlformats.org/officeDocument/2006/relationships/notesMaster" Target="/ppt/notesMasters/notesMaster1.xml" Id="R25cb1fcb000d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9fe27ffe914637" /><Relationship Type="http://schemas.openxmlformats.org/officeDocument/2006/relationships/notesMaster" Target="/ppt/notesMasters/notesMaster1.xml" Id="R71b8c2b2d43343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031e5daad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51e73ab9b401f" /><Relationship Type="http://schemas.openxmlformats.org/officeDocument/2006/relationships/slideLayout" Target="/ppt/slideLayouts/slideLayout1.xml" Id="R4255c68d5e1c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5c68d5e1c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f8519ff414f11" /><Relationship Type="http://schemas.openxmlformats.org/officeDocument/2006/relationships/notesSlide" Target="/ppt/notesSlides/notesSlide1.xml" Id="R66d23a57fbca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1b9d72df84c72" /><Relationship Type="http://schemas.openxmlformats.org/officeDocument/2006/relationships/notesSlide" Target="/ppt/notesSlides/notesSlide2.xml" Id="Rf42aeb03952c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3b3e370849bf" /><Relationship Type="http://schemas.openxmlformats.org/officeDocument/2006/relationships/notesSlide" Target="/ppt/notesSlides/notesSlide3.xml" Id="R55eea073daf441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543c16c564e5e" /><Relationship Type="http://schemas.openxmlformats.org/officeDocument/2006/relationships/notesSlide" Target="/ppt/notesSlides/notesSlide4.xml" Id="R339120c380bd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b1f71f19e4be0" /><Relationship Type="http://schemas.openxmlformats.org/officeDocument/2006/relationships/notesSlide" Target="/ppt/notesSlides/notesSlide5.xml" Id="R8ce420e1fb35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9dead3aba4a24" /><Relationship Type="http://schemas.openxmlformats.org/officeDocument/2006/relationships/notesSlide" Target="/ppt/notesSlides/notesSlide6.xml" Id="Re6dc3dcc0924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3ba832b4f4033" /><Relationship Type="http://schemas.openxmlformats.org/officeDocument/2006/relationships/chart" Target="/ppt/slides/charts/chart1.xml" Id="Rb19068e0ea9e4048" /><Relationship Type="http://schemas.openxmlformats.org/officeDocument/2006/relationships/notesSlide" Target="/ppt/notesSlides/notesSlide7.xml" Id="R3e6be67d24414a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d76e41ea948b7" /><Relationship Type="http://schemas.openxmlformats.org/officeDocument/2006/relationships/notesSlide" Target="/ppt/notesSlides/notesSlide8.xml" Id="R348b458e703142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9fd50736a4d99" /><Relationship Type="http://schemas.openxmlformats.org/officeDocument/2006/relationships/notesSlide" Target="/ppt/notesSlides/notesSlide9.xml" Id="R405d2dfe95824a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120ffdd5a4de3" /><Relationship Type="http://schemas.openxmlformats.org/officeDocument/2006/relationships/notesSlide" Target="/ppt/notesSlides/notesSlide10.xml" Id="R32df7fa911644fe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Сценарии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7"/>
              <c:pt idx="0">
                <c:v>-25%</c:v>
              </c:pt>
              <c:pt idx="1">
                <c:v>-15%</c:v>
              </c:pt>
              <c:pt idx="2">
                <c:v>-5%</c:v>
              </c:pt>
              <c:pt idx="3">
                <c:v>+5%</c:v>
              </c:pt>
              <c:pt idx="4">
                <c:v>+15%</c:v>
              </c:pt>
              <c:pt idx="5">
                <c:v>+25%</c:v>
              </c:pt>
              <c:pt idx="6">
                <c:v>+35%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11</c:v>
              </c:pt>
              <c:pt idx="2">
                <c:v>24</c:v>
              </c:pt>
              <c:pt idx="3">
                <c:v>31</c:v>
              </c:pt>
              <c:pt idx="4">
                <c:v>19</c:v>
              </c:pt>
              <c:pt idx="5">
                <c:v>8</c:v>
              </c:pt>
              <c:pt idx="6">
                <c:v>3</c:v>
              </c:pt>
            </c:numLit>
          </c:val>
        </c:ser>
        <c:dLbls>
          <c:showVal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AC741-C057-493D-A576-7C03D54C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AI-наставник для первого инвестора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8EFBA-3775-4CC2-A075-6C403071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B68F-93E5-462E-B969-C1156E56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8096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FInAI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3C047-C30A-4B55-B197-DD5613D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Личная операционная система финансового мышления: от расходов до первых инвестиций.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471C5-B17C-4769-A591-76C85EF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14400"/>
            <a:ext cx="38481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1A12E-3D50-44B7-AE74-A43997A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$100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91DCD-2A01-449F-B60A-B0D56A4E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33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свободных денег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02B2B-D425-4417-BCCA-FBAA3D72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F4BC4-D951-47A2-AFAA-9E530198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76625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не сигнал к покупке,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а карта риска и урок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на реальном примере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5FCD4-7909-4D2D-A7DD-203AF70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57430-EF20-467E-B558-0E32F06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5002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88B71-1DDA-40AF-87BE-3AE8B296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Инвестировать легко.</a:t>
            </a:r>
          </a:p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Понять риск - трудно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C6749-B814-4AE3-8C1D-9B57104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Начинающий инвестор может купить акцию за минуту, но в момент решения остается один на один с неопределенностью.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7BE93-4324-4F0B-889C-0D411E09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76300"/>
            <a:ext cx="5172075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F9CBE-338A-43B0-ABF4-6ED58C5A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ДОСТУП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2A5AE-BD2C-4C49-88E7-0ACF7D59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14475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Брокерское приложение уже в кармане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3D715-130A-4480-9411-510A2EE4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574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383D9-022B-488E-9F86-022E2791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28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ПРОБЕЛ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70EAC-180B-4D8D-B1BF-839DCCDE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52725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Курсы учат отдельно от реального выбора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B3197-B06A-4233-82C9-8A5ECD5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9567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A862B-D566-4D3C-9060-1EF64AAB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F0836-08CF-4F3A-9539-6D5171A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90975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Эмоция часто сильнее расчета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8D2C1-D015-4447-9BF1-E880951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83A8-1FF0-4967-9B68-A51A3BD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FE8DB-8105-48F1-BE56-BFF8285F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342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BE333-F7BC-466F-8539-5E3ADBFC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71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FInAI соединяет две роли: аналитик-консультант и учитель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77374-6676-43E3-A5C3-7DE35AB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599A0-5C8C-4CDF-8229-555349F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574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D159-8F31-4233-8384-6056D6EF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Понимает твои деньги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BA5DA-540B-425F-B11C-13DFF3A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Доходы, траты, обязательные платежи и свободная сумма становятся контекстом решения.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CE3EB-E727-446D-8E05-FF16C78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524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6E908-0B8A-40CC-9960-0B4BBC4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2A319-879D-4C3A-9E93-C914E5F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Считает рыночный риск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8EAA-2726-4BC3-9268-492C9ED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04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Агенты, новости, цена, волатильность и сценарии показывают диапазон последствий.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F6C26-D7BB-468B-8149-6FBE7D3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524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699FC-E9BC-4ABC-B3C3-309FAD4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574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14CF-1A2A-4F97-BA1C-5B261D9C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860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Объясняет экономику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F1633-C6AB-444E-8729-AA13B116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Пользователь учится на собственном примере, когда на кону его реальные деньги.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0EF83-3F69-4DEA-B120-B6E533E8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13CED-9498-4A4C-AC2D-7CF0C24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8410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E765F9-0CE9-4351-9D62-CD59067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Продукт собирает личные деньги и рынок в один контекст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9C2C4-BD41-40C6-86A2-9AD1198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7E6FA-7A35-4848-8CAF-4B13988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Расходы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и доходы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5684B-4201-4609-88CC-4A143441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479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64802-EF31-47F4-83EF-7D3EA363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860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7DD05-6F69-4404-AE80-E8F69CD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841EC-6298-48F4-BFD4-DB054E11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14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Свободные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деньги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235D4-DF43-40F7-BDB0-A31C242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479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95B9A-0B79-4C3B-8E02-108EFDBE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860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E7F3-7CB1-4932-BC0D-3DB179B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E679F-4AC3-445C-800E-1B68CFA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Рыночные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AB587-44CE-44F6-A631-65FDC17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479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E9625-4B46-48E9-AF8B-06A13D5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860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EA797-C94D-4206-9E0E-9016203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43B55-81DE-4F7A-9296-DF670B4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14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Агенты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и расчет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ACE79-2595-40C2-B6DA-F5025D4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479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51369-670B-4A63-BFFB-62346907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860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929A0-245D-44BC-8602-F3C491A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F334B-4D76-4200-B206-9DAE39FC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146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Понятное</a:t>
            </a:r>
          </a:p>
          <a:p xmlns:a="http://schemas.openxmlformats.org/drawingml/2006/main">
            <a:pPr algn="ctr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5FB98-7AB7-4246-BA90-E5BE629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Не отдельный чат. Это слой принятия решений: данные, расчет, объяснение и память о выборе пользователя.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B1BD8-6FDA-4338-9B23-EDEF16CB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E3F17-8995-4913-AFCF-5494BE51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5040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CD2BC-123B-4EAE-BE0B-3ADAC4C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95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Главный демо-сценарий: человек хочет вложить свои первые $100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12751-D966-4CC7-BDF1-64787C9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857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62D74-F7A4-420A-B48E-C7CC3A6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Пользователь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374E7-59B8-47D1-BF70-5A8BB168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3190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“У меня есть $100.</a:t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Хочу купить Nvidia</a:t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и понять, не делаю ли</a:t>
            </a:r>
          </a:p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я глупость.”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C5928-AA63-4654-A18B-656CCF2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1F84E-9DED-4F9B-BF40-91356E91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Агент отвечает не приказом,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а картой последствий.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D5BF7-CB5E-4920-A315-0038389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0BA6C-EFE5-4EBF-A67A-B734945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можно ли тебе сейчас рисковать этой суммой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B0B45-F247-4828-B78D-8D4D81C4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92B67-628F-4596-AEAE-231C67F4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05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A2C4E-856F-4B52-8CE8-BD2E8DA4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что рынок знает про актив сегодня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67DA0-69A0-4EEF-8889-F9749F48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95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E28B9-B455-4AEF-9344-8FC14E1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05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76246-C51C-4A3F-81D6-ABBD528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какие сценарии возможны для позиции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C37C3-7B74-4CDF-AA65-43CF2945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43AFA-656E-42D9-93CC-0CBCDD11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053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9C3E2-A7AB-4A8A-8E38-99820C6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какой урок из этого решения стоит вынести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8A637-E678-4F8B-BE9D-C4EDB36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95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3D534-B6A2-459D-8FD1-33DB1353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7BC96-9A0A-42E2-9B02-28DFCC6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6880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D8F4B-FD45-462F-AB11-2F179F7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В MVP должны быть функции, которые сразу ощущаются полезными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3466C-16EB-41B3-A2BA-EFB4F56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621D3-8D7C-4DC7-8997-7A1B72E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Safe-to-try amount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199CC-A0A3-4620-9497-C50A29B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Сколько можно попробовать без вреда для обязательных расходов.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00C8C-010D-4CDC-9D8F-E8412B8F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E744C-441E-4F98-B2C6-3D680F81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Сравнение 3 идей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3EFF9-B996-4DD3-BF32-C4F4B56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6217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$100 в акцию, ETF или кэш - на одном экране.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4920A-0716-4CF4-B8CC-2E50ACF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E6FEB-4140-4539-AA2F-91C26A4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Pre-mortem риска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55953-AB66-47C2-A292-931AF4F7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Три причины, почему идея может провалиться.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41CC0-D73A-4817-A764-FEB7DD5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2F69A-E123-44BB-B953-0A196A9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Объясни как другу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29D68-95E0-4CB9-BFF1-7C3D2F9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Любой термин переводится на язык новичка.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7595C-3C07-4F1D-8F8F-BF81990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77765-12D5-488D-ACAE-F2466B9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Paper 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690D4-5D2E-46CF-8D7B-8278D31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Можно следить за виртуальной покупкой без брокера.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B664A-B882-4203-BB02-1E4F6B78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86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F565A-08DC-45CC-9EF3-2B270782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Дневник решений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2C670-6035-44C7-B1F7-BDA0A1B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9107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Что думал пользователь, что произошло, чему научился.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EE7B3-7DAD-4BD1-BBDC-FC8F83D4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0757-4FFA-4D69-A600-B3692B4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7909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60219-9CD2-45FA-BC7E-FB8B922D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Симуляция показывает риск,</a:t>
            </a:r>
          </a:p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а не обещает доход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761CB-51B9-4273-8F00-C993824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Пример для позиции $100. Пользователь видит форму риска: где больно, где терпимо, где удачный сценарий.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5641E-B3FE-46BF-93F3-3573CA3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476875" y="2143125"/>
          <a:ext xmlns:a="http://schemas.openxmlformats.org/drawingml/2006/main" cx="5286375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9068e0ea9e40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492B4-51D1-4877-84E1-46B87A7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Плохой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F8DAF-E8BA-4254-8B7E-06C8607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9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Базовый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25391-178C-4F9A-A4B5-37CD655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19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5B"/>
                </a:solidFill>
              </a:defRPr>
            </a:pPr>
            <a:r>
              <a:rPr sz="1350" b="1">
                <a:solidFill>
                  <a:srgbClr val="1F8A5B"/>
                </a:solidFill>
              </a:rPr>
              <a:t>Удачный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28941-697C-412C-B3F2-36240215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Юридическая рамка: продукт не говорит “покупай” или “продавай”. Он объясняет риск и неопределенность.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7EA2-0443-49CA-8466-F289BA7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990B-6B10-44B7-87BD-D403CFA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271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A33BD-E369-476B-91B5-BCA44BDB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</a:defRPr>
            </a:pPr>
            <a:r>
              <a:rPr sz="3375" b="1">
                <a:solidFill>
                  <a:srgbClr val="000000"/>
                </a:solidFill>
              </a:rPr>
              <a:t>Мы похожи на Aladdin и Palantir по логике, но меняем объект анализа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2C29A-9DCE-4EED-8197-1795F12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429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D549-27FA-4BE4-9860-FC5FAB95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6BAD4-B648-4165-901C-878A69B4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Что видит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9ABBF-85BE-4504-94C0-CF43705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Почему это важно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74EEA-7B34-4C56-BECE-FDB62926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Aladdin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4EADB-8BC7-4FB8-BF18-A4D2A9A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Портфель и риск института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EED6D-E07A-4BA6-8EED-07400A1E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Сценарии, stress-test, риск-факторы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D0361-031B-483F-A448-023BAAA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9494C-EB03-4CCA-8765-AC0FC763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Palantir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8A571-BFF3-408A-AC7C-9A6A14E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Операционная картина организации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603AD-6284-4E70-B44A-C9E7F455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Разрозненные данные превращаются в действия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1D8A5-DECF-40B3-AB70-11DF77A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72DEE-088C-49BC-9CC3-785B3C9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429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37970-96C6-4D45-949A-2CD6912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6B35"/>
                </a:solidFill>
              </a:defRPr>
            </a:pPr>
            <a:r>
              <a:rPr sz="2175" b="1">
                <a:solidFill>
                  <a:srgbClr val="FF6B35"/>
                </a:solidFill>
              </a:rPr>
              <a:t>FInAI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9F20C-9260-4733-AB5C-F81D72A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Финансовая жизнь человека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37247-ABD1-48DB-BE6B-C679A7AF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4815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Расходы, рынок и обучение сходятся в одном решении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B0A22-8375-4A39-A682-99CF59E1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DB2AC-C384-400B-99FE-F30ECD5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C3603-A316-4C15-8C6B-453DB73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3921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48FFF-79F9-43B7-AEFE-BF1D7487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Pro-версия ищет ранние</a:t>
            </a:r>
          </a:p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инвестиционные идеи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278A-5484-4FE9-A935-1E5FCD9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Логика та же: много слабых сигналов превращаются в понятную карту решений.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32C8-0A77-4196-8D1D-A62519FE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EFC24-6B41-4B57-AB32-6A9E666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Thesis Builder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99A57-BCB3-464E-9521-9298EFCF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Критерии рынка превращаются в поисковую гипотезу.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F469E-AF84-46A2-B37E-408CC9D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7AB71-4C7F-46DC-B5AE-69E88A0A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Startup Radar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D218A-2F70-4A6A-BFB7-70F65B2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Основатели, найм, запуски, GitHub и локальные комьюнити.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68920-910D-452D-B2EA-108BC568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95531-C7BA-4EF3-B12D-16A7DE17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Deal Memo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8ACDE-4AA2-480A-8E50-692147E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Команда, рынок, traction, риски и вопрос: почему сейчас.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CDC97-9245-4021-8AAC-AA8C78E7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2457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7B275-5B15-4E29-892B-6AA40C0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Warm Intro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577DA-6ADD-4580-8CD0-EF538AF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Путь к основателю через сеть контактов инвестора.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7B701-0E31-4477-96E9-F937C3AD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Отличие от Harmonic: фокус на emerging markets, локальные источники и связка с макроэкономикой региона.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69D5F-66D9-4473-8EC4-3EF1ACB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241E5-F787-4859-A224-F8D178EA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0763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5F05C-106A-4E66-AD1B-01CC0915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66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За неделю надо показать не идею, а работающий 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9ED55-B05A-4934-B0FC-52A5533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857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26026-31D4-4918-9841-215DE178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93425-94E4-4106-BE03-55B4580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Ввести доходы и расходы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3A488-3447-4A59-A1AD-F4F996E3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57375"/>
            <a:ext cx="1857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E4F56-0BF1-467B-AC57-1036698B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66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BEA4-C222-4682-AB49-FDE95706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Получить safe-to-try сумму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64EC8-A215-42AD-BE86-3514ADB5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57375"/>
            <a:ext cx="1857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D3865-F093-47A2-B7F4-2BCA7A04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66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C871C-9576-4B70-93A8-BA69E41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Выбрать тикер и сумму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A2439-A764-43FA-B655-1FB238ED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57375"/>
            <a:ext cx="1857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1808C-1B57-437C-8C44-B8912B42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66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88EDA-1F34-4CD9-A7E4-ED83081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Увидеть сценарии риска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7DBBE-5DC0-4433-932D-57A582D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57375"/>
            <a:ext cx="1857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B3F2C-EEBA-4F8E-B2B1-CE32E37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735F6-CFFC-4474-86A5-DE2C1FE1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Получить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объяснение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и урок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59482-D6F2-4523-A2BF-7CB55AD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998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D5037-45BC-4E3B-B29E-BFE33A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6B35"/>
                </a:solidFill>
              </a:defRPr>
            </a:pPr>
            <a:r>
              <a:rPr sz="2175" b="1">
                <a:solidFill>
                  <a:srgbClr val="FF6B35"/>
                </a:solidFill>
              </a:rPr>
              <a:t>Позиционирование для питча:</a:t>
            </a:r>
          </a:p>
          <a:p xmlns:a="http://schemas.openxmlformats.org/drawingml/2006/main">
            <a:pPr algn="l">
              <a:defRPr sz="2175" b="1">
                <a:solidFill>
                  <a:srgbClr val="FF6B35"/>
                </a:solidFill>
              </a:defRPr>
            </a:pPr>
            <a:r>
              <a:rPr sz="2175" b="1">
                <a:solidFill>
                  <a:srgbClr val="FF6B35"/>
                </a:solidFill>
              </a:rPr>
              <a:t>личная операционная система финансового мышления.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4D4A8-5CD9-4493-BE6C-FBDEF326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Источники контекста: Zubr Capital, BlackRock Aladdin, Palantir Ontology, Harmonic 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35E6E-64E9-4B04-9FEE-93E3498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B0F2-57EF-4E44-9AA5-F7FB42F0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7183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2026-09-12T15:08:59.2330000Z</dcterms:created>
  <dcterms:modified xsi:type="dcterms:W3CDTF">2026-09-12T15:08:59.2330000Z</dcterms:modified>
</coreProperties>
</file>